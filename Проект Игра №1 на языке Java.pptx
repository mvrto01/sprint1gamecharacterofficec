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72" d="100"/>
          <a:sy n="172" d="100"/>
        </p:scale>
        <p:origin x="210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47E78-F5A5-829C-005B-F95A52BFE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A2C082-59FF-64BA-B51A-B9FF8DBC8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106569-3181-E9E7-88A4-452C40AC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6B2CAA-DB6F-4920-704C-E3A0149A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ED7D07-1109-182B-EAE7-6862809B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26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00CF0-7504-B8B4-B13E-2A907943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E670DC-59DF-A5EB-000B-6D9F074AF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E39119-9DE0-56B6-51E4-5A320343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828935-C636-1D88-D4D7-832C1789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0AD00E-302B-30DC-A820-2D3F3010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98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ADCFB-90D5-BEF3-A4D7-560CF2C7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8AF012-802D-28F9-3BA4-62499832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4CF8D5-A55A-818E-5452-E944DD9F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01942F-C4B1-4F63-E6DA-88CB3201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D059E9-6E26-4CDE-EF93-7A19135A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26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64BEB-F727-6955-69E3-95A4E5EF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C9CBF2-ED1A-905D-838F-A478E91A9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C9C829-B26B-DD30-04C4-AE5C9CFD5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62B312-ABAF-A750-562D-363A789F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3A97DB-82C4-0D46-F495-534125BB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9C1D70-67C3-7FD7-FBD0-A79941C1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15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C32CF-F6C7-6FF4-2A50-40851A5E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673FB5-C398-529D-2BF2-DC5DDA338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F864BC-3F0F-2A2E-D28A-8473D7109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25CACD-E3E5-7FB8-9B1A-C7B0B6547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666E12-C928-0D0A-11BB-029948C0B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D6667E-F8E9-C774-D32E-320114EB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C08921-81C0-B65F-BBE0-3E4281F5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7229A80-50AF-8AAF-1E40-C6CE2A2D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26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83AA1-BC1D-A16C-8AF5-A4A75A02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D48537-3DF1-4DD9-018D-765E1630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03D144B-1431-780C-9268-04F294A9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FC264B-7F07-115C-04ED-8DABA987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96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5D5C03-76FC-36F3-4C33-09C3FA11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D07BCE-975A-3D12-6522-A0AF1B5C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7BCD93-F1D3-6696-B90A-120094A0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555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B7061-11DB-897E-8500-C601B7B7A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7AA835-5F7C-F0F4-6D5B-8D6EC09D1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BBD44-936F-ABCE-ADD1-A7A0A2401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CEFFE3-F22B-7238-7615-059CAECE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7E192D-EB92-523C-9BF5-50476A3D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9C310C-EB7C-B19D-71F7-65332ECC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757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7BED7-033D-5632-F1F8-E69DCA37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A231B6-9707-04E9-5C68-2E22A471F9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93CCF7-A56B-45DB-C1F9-5A246CEB9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C61065-2BE2-4009-99A0-2BB1BA11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A118B7-94F4-86B2-A460-2D6D8A60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39B190-CEF4-4DAD-AB38-95FBB9A5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99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E7EF3-D1E1-6761-4A17-0E1C4487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AF7C1F-5A1E-9A8F-2ED2-10F3DA6ED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3DC6A3-30B4-5E07-1F3E-3559A7F1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C2937-4336-4684-9752-1C0EFC8B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446A1-4706-FE59-DC9F-A9BAA6CE4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6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C9C92D-86DC-EBF7-21B4-002F6246A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8C5BDD-C24C-DB38-5FEB-AB58DD6BF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56DFA8-0630-C026-1280-A2CC66F9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35402F-131A-5F33-EA99-B6F130CF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BA824-C8F6-3B6A-2EE1-E565E900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59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43EDA-ECA6-E9B8-F8E9-2F2F996F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A4C2F2-1A75-570C-E886-6C38BF0B2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3A5A1-511C-5F98-67D9-C6AB3D82D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3E073-5722-4050-ADFE-B8CAB3AA94F1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728523-D037-9AA8-EE9E-E00E71E61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725A3A-C15E-1580-65DC-2832C9844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1FCB5-A856-420C-BC2C-4F0D18EFD8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19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508058-FF90-1246-545B-ADF526B16486}"/>
              </a:ext>
            </a:extLst>
          </p:cNvPr>
          <p:cNvSpPr/>
          <p:nvPr/>
        </p:nvSpPr>
        <p:spPr>
          <a:xfrm>
            <a:off x="-9525" y="0"/>
            <a:ext cx="12191999" cy="6858000"/>
          </a:xfrm>
          <a:prstGeom prst="rect">
            <a:avLst/>
          </a:prstGeom>
          <a:solidFill>
            <a:srgbClr val="86868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61F82-D3D2-6C2A-5341-E00ED250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575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Разработка игры на языке программирования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“Java”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C29417C-B5E5-23EC-D778-7C6DF4CFA3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3F096B1-BC0A-9F6C-DA5C-9C99AF5D51ED}"/>
              </a:ext>
            </a:extLst>
          </p:cNvPr>
          <p:cNvSpPr txBox="1">
            <a:spLocks/>
          </p:cNvSpPr>
          <p:nvPr/>
        </p:nvSpPr>
        <p:spPr>
          <a:xfrm>
            <a:off x="0" y="88026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CDE3FE2-FF2A-868E-F970-96DEAF6CA784}"/>
              </a:ext>
            </a:extLst>
          </p:cNvPr>
          <p:cNvSpPr txBox="1">
            <a:spLocks/>
          </p:cNvSpPr>
          <p:nvPr/>
        </p:nvSpPr>
        <p:spPr>
          <a:xfrm>
            <a:off x="166688" y="128428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CE8ACF0-1458-9363-5465-FDB544DFDE63}"/>
              </a:ext>
            </a:extLst>
          </p:cNvPr>
          <p:cNvSpPr txBox="1">
            <a:spLocks/>
          </p:cNvSpPr>
          <p:nvPr/>
        </p:nvSpPr>
        <p:spPr>
          <a:xfrm>
            <a:off x="0" y="175656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19FD309-172C-06BB-7C96-55E1EC4A8C26}"/>
              </a:ext>
            </a:extLst>
          </p:cNvPr>
          <p:cNvSpPr txBox="1">
            <a:spLocks/>
          </p:cNvSpPr>
          <p:nvPr/>
        </p:nvSpPr>
        <p:spPr>
          <a:xfrm>
            <a:off x="0" y="2633663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46B9738-809E-B890-91B1-A096A379A5D7}"/>
              </a:ext>
            </a:extLst>
          </p:cNvPr>
          <p:cNvSpPr txBox="1">
            <a:spLocks/>
          </p:cNvSpPr>
          <p:nvPr/>
        </p:nvSpPr>
        <p:spPr>
          <a:xfrm>
            <a:off x="0" y="350678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4357AD3-AD92-436B-EE3C-7425DB4C8C0C}"/>
              </a:ext>
            </a:extLst>
          </p:cNvPr>
          <p:cNvSpPr txBox="1">
            <a:spLocks/>
          </p:cNvSpPr>
          <p:nvPr/>
        </p:nvSpPr>
        <p:spPr>
          <a:xfrm>
            <a:off x="9526" y="4454525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72A2439-7C87-0FFA-12F8-DF487CA0BD9E}"/>
              </a:ext>
            </a:extLst>
          </p:cNvPr>
          <p:cNvSpPr txBox="1">
            <a:spLocks/>
          </p:cNvSpPr>
          <p:nvPr/>
        </p:nvSpPr>
        <p:spPr>
          <a:xfrm>
            <a:off x="9526" y="5337175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C267822-BE3B-FB95-AFEF-E52DADE8395C}"/>
              </a:ext>
            </a:extLst>
          </p:cNvPr>
          <p:cNvSpPr txBox="1">
            <a:spLocks/>
          </p:cNvSpPr>
          <p:nvPr/>
        </p:nvSpPr>
        <p:spPr>
          <a:xfrm>
            <a:off x="9526" y="6275387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40CA803-8645-AC46-953A-1A921016D93A}"/>
              </a:ext>
            </a:extLst>
          </p:cNvPr>
          <p:cNvSpPr txBox="1">
            <a:spLocks/>
          </p:cNvSpPr>
          <p:nvPr/>
        </p:nvSpPr>
        <p:spPr>
          <a:xfrm>
            <a:off x="8184399" y="6152573"/>
            <a:ext cx="3979025" cy="705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solidFill>
                  <a:schemeClr val="bg1"/>
                </a:solidFill>
              </a:rPr>
              <a:t>Стажёр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ru-RU" sz="2000" b="1" dirty="0">
                <a:solidFill>
                  <a:schemeClr val="bg1"/>
                </a:solidFill>
              </a:rPr>
              <a:t>Александров Александр </a:t>
            </a:r>
          </a:p>
        </p:txBody>
      </p:sp>
    </p:spTree>
    <p:extLst>
      <p:ext uri="{BB962C8B-B14F-4D97-AF65-F5344CB8AC3E}">
        <p14:creationId xmlns:p14="http://schemas.microsoft.com/office/powerpoint/2010/main" val="1149378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D2D62D-BAF1-3B2F-953D-CAC35FD19A14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86868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9B948-CA74-C245-F0BA-330EA4E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6050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Игра выполняется и работает в среде разработки </a:t>
            </a:r>
            <a:r>
              <a:rPr lang="en-US" b="1" dirty="0">
                <a:solidFill>
                  <a:schemeClr val="bg1"/>
                </a:solidFill>
              </a:rPr>
              <a:t>“</a:t>
            </a:r>
            <a:r>
              <a:rPr lang="en-US" b="1" dirty="0" err="1">
                <a:solidFill>
                  <a:schemeClr val="bg1"/>
                </a:solidFill>
              </a:rPr>
              <a:t>Intellij</a:t>
            </a:r>
            <a:r>
              <a:rPr lang="en-US" b="1" dirty="0">
                <a:solidFill>
                  <a:schemeClr val="bg1"/>
                </a:solidFill>
              </a:rPr>
              <a:t> IDEA”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87DAA67-E467-FE81-A9E6-56F19A81D2C8}"/>
              </a:ext>
            </a:extLst>
          </p:cNvPr>
          <p:cNvSpPr txBox="1">
            <a:spLocks/>
          </p:cNvSpPr>
          <p:nvPr/>
        </p:nvSpPr>
        <p:spPr>
          <a:xfrm>
            <a:off x="3086100" y="1471613"/>
            <a:ext cx="52959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В игре можно найти</a:t>
            </a:r>
            <a:r>
              <a:rPr lang="en-GB" b="1" dirty="0">
                <a:solidFill>
                  <a:schemeClr val="bg1"/>
                </a:solidFill>
              </a:rPr>
              <a:t>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0E53C6C-F59B-32DE-6E00-F7E9C675D863}"/>
              </a:ext>
            </a:extLst>
          </p:cNvPr>
          <p:cNvSpPr txBox="1">
            <a:spLocks/>
          </p:cNvSpPr>
          <p:nvPr/>
        </p:nvSpPr>
        <p:spPr>
          <a:xfrm>
            <a:off x="590550" y="2986882"/>
            <a:ext cx="2495550" cy="3022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800" b="1" dirty="0">
                <a:solidFill>
                  <a:schemeClr val="bg1"/>
                </a:solidFill>
              </a:rPr>
              <a:t>👮</a:t>
            </a: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Гл. Герой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95F61CE-0EA3-483C-51AA-84EC46BE97A6}"/>
              </a:ext>
            </a:extLst>
          </p:cNvPr>
          <p:cNvSpPr txBox="1">
            <a:spLocks/>
          </p:cNvSpPr>
          <p:nvPr/>
        </p:nvSpPr>
        <p:spPr>
          <a:xfrm>
            <a:off x="3869531" y="3302794"/>
            <a:ext cx="2495550" cy="2390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800" b="1" dirty="0">
                <a:solidFill>
                  <a:schemeClr val="bg1"/>
                </a:solidFill>
              </a:rPr>
              <a:t>📃</a:t>
            </a: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Маленькая улика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A6AE282-C981-7A5A-B4D5-D09A86B57FFB}"/>
              </a:ext>
            </a:extLst>
          </p:cNvPr>
          <p:cNvSpPr txBox="1">
            <a:spLocks/>
          </p:cNvSpPr>
          <p:nvPr/>
        </p:nvSpPr>
        <p:spPr>
          <a:xfrm>
            <a:off x="7096124" y="3302794"/>
            <a:ext cx="2495550" cy="2390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800" b="1" dirty="0">
                <a:solidFill>
                  <a:schemeClr val="bg1"/>
                </a:solidFill>
              </a:rPr>
              <a:t>📔</a:t>
            </a: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Большая улика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B2D9322-1D48-2A6D-FAF2-4FC4931D6278}"/>
              </a:ext>
            </a:extLst>
          </p:cNvPr>
          <p:cNvSpPr txBox="1">
            <a:spLocks/>
          </p:cNvSpPr>
          <p:nvPr/>
        </p:nvSpPr>
        <p:spPr>
          <a:xfrm>
            <a:off x="9644062" y="3178969"/>
            <a:ext cx="2495550" cy="23907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800" b="1" dirty="0">
                <a:solidFill>
                  <a:schemeClr val="bg1"/>
                </a:solidFill>
              </a:rPr>
              <a:t>🎒</a:t>
            </a: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Рюкзак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42B8557-77A1-14A2-2D1C-4550CF79FC28}"/>
              </a:ext>
            </a:extLst>
          </p:cNvPr>
          <p:cNvSpPr txBox="1">
            <a:spLocks/>
          </p:cNvSpPr>
          <p:nvPr/>
        </p:nvSpPr>
        <p:spPr>
          <a:xfrm rot="10800000">
            <a:off x="11677648" y="-35559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8832B58-6174-D2C9-D1A6-B75E4850A11B}"/>
              </a:ext>
            </a:extLst>
          </p:cNvPr>
          <p:cNvSpPr txBox="1">
            <a:spLocks/>
          </p:cNvSpPr>
          <p:nvPr/>
        </p:nvSpPr>
        <p:spPr>
          <a:xfrm rot="10800000">
            <a:off x="11677648" y="52467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B0DF064-6C9B-7F75-65C4-11CE362BF83C}"/>
              </a:ext>
            </a:extLst>
          </p:cNvPr>
          <p:cNvSpPr txBox="1">
            <a:spLocks/>
          </p:cNvSpPr>
          <p:nvPr/>
        </p:nvSpPr>
        <p:spPr>
          <a:xfrm rot="10800000">
            <a:off x="11677648" y="140097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262DAAE-B370-2359-C2A0-919E087A5954}"/>
              </a:ext>
            </a:extLst>
          </p:cNvPr>
          <p:cNvSpPr txBox="1">
            <a:spLocks/>
          </p:cNvSpPr>
          <p:nvPr/>
        </p:nvSpPr>
        <p:spPr>
          <a:xfrm rot="10800000">
            <a:off x="11677648" y="2278064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207FFBEC-830F-C0A7-E894-E3E4CC04B68F}"/>
              </a:ext>
            </a:extLst>
          </p:cNvPr>
          <p:cNvSpPr txBox="1">
            <a:spLocks/>
          </p:cNvSpPr>
          <p:nvPr/>
        </p:nvSpPr>
        <p:spPr>
          <a:xfrm rot="10800000">
            <a:off x="11677648" y="315118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5BDDC2B-FA9B-DD93-0194-2F91F8D1C8D9}"/>
              </a:ext>
            </a:extLst>
          </p:cNvPr>
          <p:cNvSpPr txBox="1">
            <a:spLocks/>
          </p:cNvSpPr>
          <p:nvPr/>
        </p:nvSpPr>
        <p:spPr>
          <a:xfrm rot="10800000">
            <a:off x="11687174" y="4098926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715CB1C-2E4F-8927-B1EA-0832F4415967}"/>
              </a:ext>
            </a:extLst>
          </p:cNvPr>
          <p:cNvSpPr txBox="1">
            <a:spLocks/>
          </p:cNvSpPr>
          <p:nvPr/>
        </p:nvSpPr>
        <p:spPr>
          <a:xfrm rot="10800000">
            <a:off x="11687174" y="4981576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0888116-F322-FB2F-B616-AB69C6C5DAC8}"/>
              </a:ext>
            </a:extLst>
          </p:cNvPr>
          <p:cNvSpPr txBox="1">
            <a:spLocks/>
          </p:cNvSpPr>
          <p:nvPr/>
        </p:nvSpPr>
        <p:spPr>
          <a:xfrm rot="10800000">
            <a:off x="11687174" y="591978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1BE2B16-2367-BD95-63A8-76E6A965D747}"/>
              </a:ext>
            </a:extLst>
          </p:cNvPr>
          <p:cNvSpPr txBox="1">
            <a:spLocks/>
          </p:cNvSpPr>
          <p:nvPr/>
        </p:nvSpPr>
        <p:spPr>
          <a:xfrm>
            <a:off x="0" y="6461638"/>
            <a:ext cx="360218" cy="396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69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6B5375F-1CC8-5F36-87CC-AE175CF13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9B87D4-3596-F9A6-09A0-2F672995281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86868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35D5D-C368-2C08-9D68-2D16D85A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250031"/>
            <a:ext cx="11772900" cy="1325563"/>
          </a:xfrm>
          <a:ln w="28575">
            <a:solidFill>
              <a:schemeClr val="bg1"/>
            </a:solidFill>
          </a:ln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Сюжет игры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6F6D539-758B-F544-8952-3B5875BBEF18}"/>
              </a:ext>
            </a:extLst>
          </p:cNvPr>
          <p:cNvSpPr txBox="1">
            <a:spLocks/>
          </p:cNvSpPr>
          <p:nvPr/>
        </p:nvSpPr>
        <p:spPr>
          <a:xfrm>
            <a:off x="161925" y="1644650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Гл. Герой по имени </a:t>
            </a:r>
            <a:r>
              <a:rPr lang="en-US" b="1" dirty="0">
                <a:solidFill>
                  <a:schemeClr val="bg1"/>
                </a:solidFill>
              </a:rPr>
              <a:t>“</a:t>
            </a:r>
            <a:r>
              <a:rPr lang="ru-RU" b="1" dirty="0">
                <a:solidFill>
                  <a:schemeClr val="bg1"/>
                </a:solidFill>
              </a:rPr>
              <a:t>Н</a:t>
            </a:r>
            <a:r>
              <a:rPr lang="en-GB" b="1" dirty="0">
                <a:solidFill>
                  <a:schemeClr val="bg1"/>
                </a:solidFill>
              </a:rPr>
              <a:t>.</a:t>
            </a:r>
            <a:r>
              <a:rPr lang="ru-RU" b="1" dirty="0">
                <a:solidFill>
                  <a:schemeClr val="bg1"/>
                </a:solidFill>
              </a:rPr>
              <a:t> Скала</a:t>
            </a:r>
            <a:r>
              <a:rPr lang="en-US" b="1" dirty="0">
                <a:solidFill>
                  <a:schemeClr val="bg1"/>
                </a:solidFill>
              </a:rPr>
              <a:t>”</a:t>
            </a:r>
            <a:r>
              <a:rPr lang="ru-RU" b="1" dirty="0">
                <a:solidFill>
                  <a:schemeClr val="bg1"/>
                </a:solidFill>
              </a:rPr>
              <a:t> должен добраться до своего штаба, чтобы принести важную зацепку о похищении </a:t>
            </a:r>
            <a:r>
              <a:rPr lang="en-US" b="1" dirty="0">
                <a:solidFill>
                  <a:schemeClr val="bg1"/>
                </a:solidFill>
              </a:rPr>
              <a:t>“</a:t>
            </a:r>
            <a:r>
              <a:rPr lang="ru-RU" b="1" dirty="0">
                <a:solidFill>
                  <a:schemeClr val="bg1"/>
                </a:solidFill>
              </a:rPr>
              <a:t>Великого Изумруда</a:t>
            </a:r>
            <a:r>
              <a:rPr lang="en-US" b="1" dirty="0">
                <a:solidFill>
                  <a:schemeClr val="bg1"/>
                </a:solidFill>
              </a:rPr>
              <a:t>”. </a:t>
            </a:r>
            <a:r>
              <a:rPr lang="ru-RU" b="1" dirty="0">
                <a:solidFill>
                  <a:schemeClr val="bg1"/>
                </a:solidFill>
              </a:rPr>
              <a:t>Но город, в котором он находиться, для него новый, и он путается в улицах. В разных местах можно найти разные улики об ограблении. Скала настроен собрать доп. зацепки, но он не должен в них запутаться. Иначе он всё потеряет.  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D391189-F525-6DC5-796A-C233C8FB2AAE}"/>
              </a:ext>
            </a:extLst>
          </p:cNvPr>
          <p:cNvSpPr txBox="1">
            <a:spLocks/>
          </p:cNvSpPr>
          <p:nvPr/>
        </p:nvSpPr>
        <p:spPr>
          <a:xfrm>
            <a:off x="4848224" y="3130551"/>
            <a:ext cx="2495550" cy="3022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800" b="1" dirty="0">
                <a:solidFill>
                  <a:schemeClr val="bg1"/>
                </a:solidFill>
              </a:rPr>
              <a:t>🏢</a:t>
            </a: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Штаб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2DE3AB5-4BBE-61D3-F4F4-FB6DE06629A5}"/>
              </a:ext>
            </a:extLst>
          </p:cNvPr>
          <p:cNvSpPr txBox="1">
            <a:spLocks/>
          </p:cNvSpPr>
          <p:nvPr/>
        </p:nvSpPr>
        <p:spPr>
          <a:xfrm>
            <a:off x="0" y="6461638"/>
            <a:ext cx="360218" cy="396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061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6127A-5FE5-CE0D-DC3B-3FFA2738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F2557C-2465-590F-116D-3610990B1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68749-B037-CBB0-108C-6070C84C330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86868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7C1C469-FA51-4F24-3A6E-570408BC67CF}"/>
              </a:ext>
            </a:extLst>
          </p:cNvPr>
          <p:cNvSpPr txBox="1">
            <a:spLocks/>
          </p:cNvSpPr>
          <p:nvPr/>
        </p:nvSpPr>
        <p:spPr>
          <a:xfrm>
            <a:off x="152400" y="1460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Функции объектов</a:t>
            </a:r>
            <a:r>
              <a:rPr lang="en-GB" b="1" dirty="0">
                <a:solidFill>
                  <a:schemeClr val="bg1"/>
                </a:solidFill>
              </a:rPr>
              <a:t>: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C9C12D0-F8AA-4143-2C7D-FD5813EA69DF}"/>
              </a:ext>
            </a:extLst>
          </p:cNvPr>
          <p:cNvSpPr txBox="1">
            <a:spLocks/>
          </p:cNvSpPr>
          <p:nvPr/>
        </p:nvSpPr>
        <p:spPr>
          <a:xfrm>
            <a:off x="259555" y="1259682"/>
            <a:ext cx="4312445" cy="1543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000" b="1" dirty="0">
                <a:solidFill>
                  <a:schemeClr val="bg1"/>
                </a:solidFill>
              </a:rPr>
              <a:t>📃</a:t>
            </a:r>
            <a:r>
              <a:rPr lang="en-GB" sz="8000" b="1" dirty="0">
                <a:solidFill>
                  <a:schemeClr val="bg1"/>
                </a:solidFill>
              </a:rPr>
              <a:t> </a:t>
            </a:r>
            <a:r>
              <a:rPr lang="en-US" sz="8000" b="1" dirty="0">
                <a:solidFill>
                  <a:schemeClr val="bg1"/>
                </a:solidFill>
              </a:rPr>
              <a:t>||</a:t>
            </a:r>
            <a:r>
              <a:rPr lang="ru-RU" sz="8000" b="1" dirty="0">
                <a:solidFill>
                  <a:schemeClr val="bg1"/>
                </a:solidFill>
              </a:rPr>
              <a:t> 📔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7DDAAD2-FFC9-9845-AE21-E656C4AEDE26}"/>
              </a:ext>
            </a:extLst>
          </p:cNvPr>
          <p:cNvSpPr txBox="1">
            <a:spLocks/>
          </p:cNvSpPr>
          <p:nvPr/>
        </p:nvSpPr>
        <p:spPr>
          <a:xfrm>
            <a:off x="4486275" y="1368425"/>
            <a:ext cx="6943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chemeClr val="bg1"/>
                </a:solidFill>
              </a:rPr>
              <a:t> — имеют математические задачи, при которых происходят два события</a:t>
            </a:r>
            <a:r>
              <a:rPr lang="en-GB" sz="2400" b="1" dirty="0">
                <a:solidFill>
                  <a:schemeClr val="bg1"/>
                </a:solidFill>
              </a:rPr>
              <a:t>: </a:t>
            </a:r>
            <a:r>
              <a:rPr lang="ru-RU" sz="2400" b="1" dirty="0">
                <a:solidFill>
                  <a:schemeClr val="bg1"/>
                </a:solidFill>
              </a:rPr>
              <a:t>персонаж теряет </a:t>
            </a:r>
            <a:r>
              <a:rPr lang="en-US" sz="2400" b="1" dirty="0">
                <a:solidFill>
                  <a:schemeClr val="bg1"/>
                </a:solidFill>
              </a:rPr>
              <a:t>“</a:t>
            </a:r>
            <a:r>
              <a:rPr lang="ru-RU" sz="2400" b="1" dirty="0">
                <a:solidFill>
                  <a:schemeClr val="bg1"/>
                </a:solidFill>
              </a:rPr>
              <a:t>внимательность</a:t>
            </a:r>
            <a:r>
              <a:rPr lang="en-US" sz="2400" b="1" dirty="0">
                <a:solidFill>
                  <a:schemeClr val="bg1"/>
                </a:solidFill>
              </a:rPr>
              <a:t>” </a:t>
            </a:r>
            <a:r>
              <a:rPr lang="ru-RU" sz="2400" b="1" dirty="0">
                <a:solidFill>
                  <a:schemeClr val="bg1"/>
                </a:solidFill>
              </a:rPr>
              <a:t>или успешно </a:t>
            </a:r>
            <a:r>
              <a:rPr lang="en-US" sz="2400" b="1" dirty="0">
                <a:solidFill>
                  <a:schemeClr val="bg1"/>
                </a:solidFill>
              </a:rPr>
              <a:t>“</a:t>
            </a:r>
            <a:r>
              <a:rPr lang="ru-RU" sz="2400" b="1" dirty="0">
                <a:solidFill>
                  <a:schemeClr val="bg1"/>
                </a:solidFill>
              </a:rPr>
              <a:t>собирает</a:t>
            </a:r>
            <a:r>
              <a:rPr lang="en-US" sz="2400" b="1" dirty="0">
                <a:solidFill>
                  <a:schemeClr val="bg1"/>
                </a:solidFill>
              </a:rPr>
              <a:t>”</a:t>
            </a:r>
            <a:r>
              <a:rPr lang="ru-RU" sz="2400" b="1" dirty="0">
                <a:solidFill>
                  <a:schemeClr val="bg1"/>
                </a:solidFill>
              </a:rPr>
              <a:t> улику. 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B77663F-998B-5E6B-5DAE-E3AF8A88B90E}"/>
              </a:ext>
            </a:extLst>
          </p:cNvPr>
          <p:cNvSpPr txBox="1">
            <a:spLocks/>
          </p:cNvSpPr>
          <p:nvPr/>
        </p:nvSpPr>
        <p:spPr>
          <a:xfrm>
            <a:off x="438150" y="2946797"/>
            <a:ext cx="1685925" cy="1543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8000" b="1" dirty="0">
                <a:solidFill>
                  <a:schemeClr val="bg1"/>
                </a:solidFill>
              </a:rPr>
              <a:t>🎒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C95986C-E630-C5ED-FFC2-A0E8AB0BC7E5}"/>
              </a:ext>
            </a:extLst>
          </p:cNvPr>
          <p:cNvSpPr txBox="1">
            <a:spLocks/>
          </p:cNvSpPr>
          <p:nvPr/>
        </p:nvSpPr>
        <p:spPr>
          <a:xfrm>
            <a:off x="2224086" y="2946797"/>
            <a:ext cx="6943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chemeClr val="bg1"/>
                </a:solidFill>
              </a:rPr>
              <a:t> — в рюкзаке есть </a:t>
            </a:r>
            <a:r>
              <a:rPr lang="en-US" sz="2400" b="1" dirty="0">
                <a:solidFill>
                  <a:schemeClr val="bg1"/>
                </a:solidFill>
              </a:rPr>
              <a:t>“</a:t>
            </a:r>
            <a:r>
              <a:rPr lang="ru-RU" sz="2400" b="1" dirty="0">
                <a:solidFill>
                  <a:schemeClr val="bg1"/>
                </a:solidFill>
              </a:rPr>
              <a:t>канцелярия</a:t>
            </a:r>
            <a:r>
              <a:rPr lang="en-US" sz="2400" b="1" dirty="0">
                <a:solidFill>
                  <a:schemeClr val="bg1"/>
                </a:solidFill>
              </a:rPr>
              <a:t>”</a:t>
            </a:r>
            <a:r>
              <a:rPr lang="ru-RU" sz="2400" b="1" dirty="0">
                <a:solidFill>
                  <a:schemeClr val="bg1"/>
                </a:solidFill>
              </a:rPr>
              <a:t>, которая может прибавить </a:t>
            </a:r>
            <a:r>
              <a:rPr lang="en-US" sz="2400" b="1" dirty="0">
                <a:solidFill>
                  <a:schemeClr val="bg1"/>
                </a:solidFill>
              </a:rPr>
              <a:t>“</a:t>
            </a:r>
            <a:r>
              <a:rPr lang="ru-RU" sz="2400" b="1" dirty="0">
                <a:solidFill>
                  <a:schemeClr val="bg1"/>
                </a:solidFill>
              </a:rPr>
              <a:t>внимательность</a:t>
            </a:r>
            <a:r>
              <a:rPr lang="en-US" sz="2400" b="1" dirty="0">
                <a:solidFill>
                  <a:schemeClr val="bg1"/>
                </a:solidFill>
              </a:rPr>
              <a:t>”</a:t>
            </a:r>
            <a:r>
              <a:rPr lang="ru-RU" sz="2400" b="1" dirty="0">
                <a:solidFill>
                  <a:schemeClr val="bg1"/>
                </a:solidFill>
              </a:rPr>
              <a:t> героя, если она не больше 3. Иначе он </a:t>
            </a:r>
            <a:r>
              <a:rPr lang="en-US" sz="2400" b="1" dirty="0">
                <a:solidFill>
                  <a:schemeClr val="bg1"/>
                </a:solidFill>
              </a:rPr>
              <a:t>“</a:t>
            </a:r>
            <a:r>
              <a:rPr lang="ru-RU" sz="2400" b="1" dirty="0">
                <a:solidFill>
                  <a:schemeClr val="bg1"/>
                </a:solidFill>
              </a:rPr>
              <a:t>оставляет</a:t>
            </a:r>
            <a:r>
              <a:rPr lang="en-US" sz="2400" b="1" dirty="0">
                <a:solidFill>
                  <a:schemeClr val="bg1"/>
                </a:solidFill>
              </a:rPr>
              <a:t>”</a:t>
            </a:r>
            <a:r>
              <a:rPr lang="ru-RU" sz="2400" b="1" dirty="0">
                <a:solidFill>
                  <a:schemeClr val="bg1"/>
                </a:solidFill>
              </a:rPr>
              <a:t> его.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D2F3497-F17E-C148-B90C-FF46C7182F49}"/>
              </a:ext>
            </a:extLst>
          </p:cNvPr>
          <p:cNvSpPr txBox="1">
            <a:spLocks/>
          </p:cNvSpPr>
          <p:nvPr/>
        </p:nvSpPr>
        <p:spPr>
          <a:xfrm>
            <a:off x="0" y="6461638"/>
            <a:ext cx="360218" cy="396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184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530A9B-1BB9-88B2-FB4B-5AB1747EABD9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86868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1F3825A-B86C-CB82-A804-D51DE0FB7483}"/>
              </a:ext>
            </a:extLst>
          </p:cNvPr>
          <p:cNvSpPr txBox="1">
            <a:spLocks/>
          </p:cNvSpPr>
          <p:nvPr/>
        </p:nvSpPr>
        <p:spPr>
          <a:xfrm>
            <a:off x="3149081" y="429207"/>
            <a:ext cx="5893837" cy="1600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Спасибо за внимание!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6EE4CF-CDC2-4CE7-6D9E-777D2EDF7603}"/>
              </a:ext>
            </a:extLst>
          </p:cNvPr>
          <p:cNvSpPr txBox="1">
            <a:spLocks/>
          </p:cNvSpPr>
          <p:nvPr/>
        </p:nvSpPr>
        <p:spPr>
          <a:xfrm rot="16200000">
            <a:off x="1086968" y="567316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F9A6594-2CB0-4094-E320-9353637B566E}"/>
              </a:ext>
            </a:extLst>
          </p:cNvPr>
          <p:cNvSpPr txBox="1">
            <a:spLocks/>
          </p:cNvSpPr>
          <p:nvPr/>
        </p:nvSpPr>
        <p:spPr>
          <a:xfrm rot="16200000">
            <a:off x="2025179" y="567316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178E77F-507B-1AF8-1D28-3C71CFC33883}"/>
              </a:ext>
            </a:extLst>
          </p:cNvPr>
          <p:cNvSpPr txBox="1">
            <a:spLocks/>
          </p:cNvSpPr>
          <p:nvPr/>
        </p:nvSpPr>
        <p:spPr>
          <a:xfrm rot="16200000">
            <a:off x="2910304" y="567316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2CA1433-DE43-FD2F-DAF7-D8ADAFB2798E}"/>
              </a:ext>
            </a:extLst>
          </p:cNvPr>
          <p:cNvSpPr txBox="1">
            <a:spLocks/>
          </p:cNvSpPr>
          <p:nvPr/>
        </p:nvSpPr>
        <p:spPr>
          <a:xfrm rot="16200000">
            <a:off x="3842490" y="5673167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35930A8-0D1F-5941-E115-ED9AED9448CC}"/>
              </a:ext>
            </a:extLst>
          </p:cNvPr>
          <p:cNvSpPr txBox="1">
            <a:spLocks/>
          </p:cNvSpPr>
          <p:nvPr/>
        </p:nvSpPr>
        <p:spPr>
          <a:xfrm rot="16200000">
            <a:off x="154781" y="5678207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1E500F2-F0FB-1826-D05C-FD709BEFF53B}"/>
              </a:ext>
            </a:extLst>
          </p:cNvPr>
          <p:cNvSpPr txBox="1">
            <a:spLocks/>
          </p:cNvSpPr>
          <p:nvPr/>
        </p:nvSpPr>
        <p:spPr>
          <a:xfrm rot="16200000">
            <a:off x="5712888" y="566813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5AC4E479-E9E5-C527-7A22-54A12941D7C0}"/>
              </a:ext>
            </a:extLst>
          </p:cNvPr>
          <p:cNvSpPr txBox="1">
            <a:spLocks/>
          </p:cNvSpPr>
          <p:nvPr/>
        </p:nvSpPr>
        <p:spPr>
          <a:xfrm rot="16200000">
            <a:off x="6651099" y="566813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856BD5BB-E93D-FEE9-5980-30975729BB60}"/>
              </a:ext>
            </a:extLst>
          </p:cNvPr>
          <p:cNvSpPr txBox="1">
            <a:spLocks/>
          </p:cNvSpPr>
          <p:nvPr/>
        </p:nvSpPr>
        <p:spPr>
          <a:xfrm rot="16200000">
            <a:off x="7536224" y="566812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D4C5381-98EB-2EA8-508C-70096DD7EBE6}"/>
              </a:ext>
            </a:extLst>
          </p:cNvPr>
          <p:cNvSpPr txBox="1">
            <a:spLocks/>
          </p:cNvSpPr>
          <p:nvPr/>
        </p:nvSpPr>
        <p:spPr>
          <a:xfrm rot="16200000">
            <a:off x="8468410" y="566812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E046DDB4-1B2E-2E7C-A092-B8BEABF875BC}"/>
              </a:ext>
            </a:extLst>
          </p:cNvPr>
          <p:cNvSpPr txBox="1">
            <a:spLocks/>
          </p:cNvSpPr>
          <p:nvPr/>
        </p:nvSpPr>
        <p:spPr>
          <a:xfrm rot="16200000">
            <a:off x="4780701" y="567316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936C889F-F826-9090-8BEA-018FE645E253}"/>
              </a:ext>
            </a:extLst>
          </p:cNvPr>
          <p:cNvSpPr txBox="1">
            <a:spLocks/>
          </p:cNvSpPr>
          <p:nvPr/>
        </p:nvSpPr>
        <p:spPr>
          <a:xfrm rot="16200000">
            <a:off x="10318290" y="566309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B90C6E9-C82D-239F-8246-A65656F0A120}"/>
              </a:ext>
            </a:extLst>
          </p:cNvPr>
          <p:cNvSpPr txBox="1">
            <a:spLocks/>
          </p:cNvSpPr>
          <p:nvPr/>
        </p:nvSpPr>
        <p:spPr>
          <a:xfrm rot="16200000">
            <a:off x="11256501" y="566309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4311B15F-000C-61DF-CF4D-296EFF6B80F4}"/>
              </a:ext>
            </a:extLst>
          </p:cNvPr>
          <p:cNvSpPr txBox="1">
            <a:spLocks/>
          </p:cNvSpPr>
          <p:nvPr/>
        </p:nvSpPr>
        <p:spPr>
          <a:xfrm rot="16200000">
            <a:off x="9386103" y="566812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D3810-25E9-890D-FB1D-269DE1CFDE93}"/>
              </a:ext>
            </a:extLst>
          </p:cNvPr>
          <p:cNvSpPr txBox="1">
            <a:spLocks/>
          </p:cNvSpPr>
          <p:nvPr/>
        </p:nvSpPr>
        <p:spPr>
          <a:xfrm>
            <a:off x="0" y="6461638"/>
            <a:ext cx="360218" cy="396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43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508058-FF90-1246-545B-ADF526B16486}"/>
              </a:ext>
            </a:extLst>
          </p:cNvPr>
          <p:cNvSpPr/>
          <p:nvPr/>
        </p:nvSpPr>
        <p:spPr>
          <a:xfrm>
            <a:off x="-9525" y="0"/>
            <a:ext cx="12201525" cy="6858000"/>
          </a:xfrm>
          <a:prstGeom prst="rect">
            <a:avLst/>
          </a:prstGeom>
          <a:solidFill>
            <a:srgbClr val="868686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61F82-D3D2-6C2A-5341-E00ED250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575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Разработка игры на языке программирования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“Java”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C29417C-B5E5-23EC-D778-7C6DF4CFA3A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3F096B1-BC0A-9F6C-DA5C-9C99AF5D51ED}"/>
              </a:ext>
            </a:extLst>
          </p:cNvPr>
          <p:cNvSpPr txBox="1">
            <a:spLocks/>
          </p:cNvSpPr>
          <p:nvPr/>
        </p:nvSpPr>
        <p:spPr>
          <a:xfrm>
            <a:off x="0" y="88026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CDE3FE2-FF2A-868E-F970-96DEAF6CA784}"/>
              </a:ext>
            </a:extLst>
          </p:cNvPr>
          <p:cNvSpPr txBox="1">
            <a:spLocks/>
          </p:cNvSpPr>
          <p:nvPr/>
        </p:nvSpPr>
        <p:spPr>
          <a:xfrm>
            <a:off x="166688" y="128428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CE8ACF0-1458-9363-5465-FDB544DFDE63}"/>
              </a:ext>
            </a:extLst>
          </p:cNvPr>
          <p:cNvSpPr txBox="1">
            <a:spLocks/>
          </p:cNvSpPr>
          <p:nvPr/>
        </p:nvSpPr>
        <p:spPr>
          <a:xfrm>
            <a:off x="0" y="1756569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19FD309-172C-06BB-7C96-55E1EC4A8C26}"/>
              </a:ext>
            </a:extLst>
          </p:cNvPr>
          <p:cNvSpPr txBox="1">
            <a:spLocks/>
          </p:cNvSpPr>
          <p:nvPr/>
        </p:nvSpPr>
        <p:spPr>
          <a:xfrm>
            <a:off x="0" y="2633663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46B9738-809E-B890-91B1-A096A379A5D7}"/>
              </a:ext>
            </a:extLst>
          </p:cNvPr>
          <p:cNvSpPr txBox="1">
            <a:spLocks/>
          </p:cNvSpPr>
          <p:nvPr/>
        </p:nvSpPr>
        <p:spPr>
          <a:xfrm>
            <a:off x="0" y="3506788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4357AD3-AD92-436B-EE3C-7425DB4C8C0C}"/>
              </a:ext>
            </a:extLst>
          </p:cNvPr>
          <p:cNvSpPr txBox="1">
            <a:spLocks/>
          </p:cNvSpPr>
          <p:nvPr/>
        </p:nvSpPr>
        <p:spPr>
          <a:xfrm>
            <a:off x="9526" y="4454525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72A2439-7C87-0FFA-12F8-DF487CA0BD9E}"/>
              </a:ext>
            </a:extLst>
          </p:cNvPr>
          <p:cNvSpPr txBox="1">
            <a:spLocks/>
          </p:cNvSpPr>
          <p:nvPr/>
        </p:nvSpPr>
        <p:spPr>
          <a:xfrm>
            <a:off x="9526" y="5337175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C267822-BE3B-FB95-AFEF-E52DADE8395C}"/>
              </a:ext>
            </a:extLst>
          </p:cNvPr>
          <p:cNvSpPr txBox="1">
            <a:spLocks/>
          </p:cNvSpPr>
          <p:nvPr/>
        </p:nvSpPr>
        <p:spPr>
          <a:xfrm>
            <a:off x="9526" y="6275387"/>
            <a:ext cx="628650" cy="9382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+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|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6245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306</Words>
  <Application>Microsoft Office PowerPoint</Application>
  <PresentationFormat>Широкоэкранный</PresentationFormat>
  <Paragraphs>64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Разработка игры на языке программирования “Java”</vt:lpstr>
      <vt:lpstr>Игра выполняется и работает в среде разработки “Intellij IDEA”</vt:lpstr>
      <vt:lpstr>Сюжет игры</vt:lpstr>
      <vt:lpstr>Презентация PowerPoint</vt:lpstr>
      <vt:lpstr>Презентация PowerPoint</vt:lpstr>
      <vt:lpstr>Разработка игры на языке программирования “Java”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MAlN_NaME</dc:creator>
  <cp:lastModifiedBy>Namee</cp:lastModifiedBy>
  <cp:revision>3</cp:revision>
  <dcterms:created xsi:type="dcterms:W3CDTF">2025-10-22T08:55:43Z</dcterms:created>
  <dcterms:modified xsi:type="dcterms:W3CDTF">2025-10-29T20:32:49Z</dcterms:modified>
</cp:coreProperties>
</file>